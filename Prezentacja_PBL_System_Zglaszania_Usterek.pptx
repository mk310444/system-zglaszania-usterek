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Przedstawiamy projekt PBL: prostą aplikację konsolową do zgłaszania i obsługi usterek.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dark_futuristic_tech_themed_digital_illustratio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960120"/>
            <a:ext cx="6675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Konsolowy system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zgłaszania usterek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621792" y="2578608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D7E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Projekt PBL · aplikacja C++ · zapis danych do pliku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621792" y="3017520"/>
            <a:ext cx="1874520" cy="0"/>
          </a:xfrm>
          <a:prstGeom prst="line">
            <a:avLst/>
          </a:prstGeom>
          <a:noFill/>
          <a:ln w="50800">
            <a:solidFill>
              <a:srgbClr val="00A6D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21792" y="5760720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D7E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Autorzy: Bartłomiej Strączek, Marcel Kret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7E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Politechnika Śląska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Problem i motywacja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Dlaczego taki system ma sens w realnym środowisku szkolnym lub akademickim?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1143000" cy="0"/>
          </a:xfrm>
          <a:prstGeom prst="line">
            <a:avLst/>
          </a:prstGeom>
          <a:noFill/>
          <a:ln w="38100">
            <a:solidFill>
              <a:srgbClr val="00A6D6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685800" y="1572768"/>
            <a:ext cx="4892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Brak prostego rejestru usterek powoduje chaos organizacyjny: zgłoszenia giną, status naprawy jest niejasny, a odpowiedzialność trudna do ustalenia.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6080760" y="1463040"/>
            <a:ext cx="1920240" cy="1005840"/>
          </a:xfrm>
          <a:prstGeom prst="rect">
            <a:avLst/>
          </a:prstGeom>
          <a:solidFill>
            <a:srgbClr val="E0F2FE"/>
          </a:solidFill>
          <a:ln>
            <a:solidFill>
              <a:srgbClr val="E0F2FE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pPr algn="ctr" indent="0" marL="0">
              <a:buNone/>
            </a:pP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zgłoszenie problemu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183880" y="1463040"/>
            <a:ext cx="1920240" cy="1005840"/>
          </a:xfrm>
          <a:prstGeom prst="rect">
            <a:avLst/>
          </a:prstGeom>
          <a:solidFill>
            <a:srgbClr val="EDE9FE"/>
          </a:solidFill>
          <a:ln>
            <a:solidFill>
              <a:srgbClr val="EDE9FE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pPr algn="ctr" indent="0" marL="0">
              <a:buNone/>
            </a:pP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rejestr w systemie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287000" y="1463040"/>
            <a:ext cx="1325880" cy="1005840"/>
          </a:xfrm>
          <a:prstGeom prst="rect">
            <a:avLst/>
          </a:prstGeom>
          <a:solidFill>
            <a:srgbClr val="DCFCE7"/>
          </a:solidFill>
          <a:ln>
            <a:solidFill>
              <a:srgbClr val="DCFCE7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pPr algn="ctr" indent="0" marL="0">
              <a:buNone/>
            </a:pP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obsługa i status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85800" y="3154680"/>
            <a:ext cx="4663440" cy="22402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Rozwiązywany problem
</a:t>
            </a:r>
            <a:pPr indent="0" marL="0">
              <a:buNone/>
            </a:pPr>
            <a:r>
              <a:rPr lang="en-US" sz="17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centralne przechowywanie zgłoszeń
</a:t>
            </a:r>
            <a:pPr indent="0" marL="0">
              <a:buNone/>
            </a:pPr>
            <a:r>
              <a:rPr lang="en-US" sz="17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szybkie wyszukiwanie po numerze ID
</a:t>
            </a:r>
            <a:pPr indent="0" marL="0">
              <a:buNone/>
            </a:pPr>
            <a:r>
              <a:rPr lang="en-US" sz="17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kontrola statusu naprawy
</a:t>
            </a:r>
            <a:pPr indent="0" marL="0">
              <a:buNone/>
            </a:pPr>
            <a:r>
              <a:rPr lang="en-US" sz="17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podstawowe statystyki dla administratora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080760" y="3246120"/>
            <a:ext cx="5303520" cy="1005840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Efekt: prosty, działający prototyp systemu informacyjnego możliwy do uruchomienia bez bazy danych i środowiska graficznego.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080760" y="4526280"/>
            <a:ext cx="5303520" cy="9601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Zakres projektu został świadomie ograniczony do aplikacji konsolowej, aby skupić się na logice, strukturze danych, plikach oraz testowaniu.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02920" y="6537960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Projekt PBL · Konsolowy system zgłaszania usterek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1475720" y="651052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Cel projektu i zakres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Aplikacja ma wspierać podstawowy cykl życia zgłoszenia usterki.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1143000" cy="0"/>
          </a:xfrm>
          <a:prstGeom prst="line">
            <a:avLst/>
          </a:prstGeom>
          <a:noFill/>
          <a:ln w="38100">
            <a:solidFill>
              <a:srgbClr val="00A6D6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685800" y="15544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6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Cel główny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187452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Zaprojektowanie i implementacja konsolowego systemu do rejestrowania, przeglądania oraz aktualizowania zgłoszeń usterek.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400800" y="1645920"/>
            <a:ext cx="1828800" cy="1143000"/>
          </a:xfrm>
          <a:prstGeom prst="rect">
            <a:avLst/>
          </a:prstGeom>
          <a:solidFill>
            <a:srgbClr val="E0F2FE"/>
          </a:solidFill>
          <a:ln>
            <a:solidFill>
              <a:srgbClr val="E0F2FE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Wejście użytkownika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formularze w konsoli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366760" y="187452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64748B"/>
                </a:solidFill>
              </a:rPr>
              <a:t>→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8823960" y="1645920"/>
            <a:ext cx="1600200" cy="1143000"/>
          </a:xfrm>
          <a:prstGeom prst="rect">
            <a:avLst/>
          </a:prstGeom>
          <a:solidFill>
            <a:srgbClr val="EDE9FE"/>
          </a:solidFill>
          <a:ln>
            <a:solidFill>
              <a:srgbClr val="EDE9FE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Logika programu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funkcje C++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561320" y="187452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64748B"/>
                </a:solidFill>
              </a:rPr>
              <a:t>→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1018520" y="1645920"/>
            <a:ext cx="868680" cy="1143000"/>
          </a:xfrm>
          <a:prstGeom prst="rect">
            <a:avLst/>
          </a:prstGeom>
          <a:solidFill>
            <a:srgbClr val="DCFCE7"/>
          </a:solidFill>
          <a:ln>
            <a:solidFill>
              <a:srgbClr val="DCFCE7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Plik TXT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trwały zapis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85800" y="3657600"/>
            <a:ext cx="5303520" cy="20574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Zakres funkcjonalny
</a:t>
            </a:r>
            <a:pPr indent="0" marL="0">
              <a:buNone/>
            </a:pPr>
            <a:r>
              <a:rPr lang="en-US" sz="17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dodawanie zgłoszeń z kategorią i priorytetem
</a:t>
            </a:r>
            <a:pPr indent="0" marL="0">
              <a:buNone/>
            </a:pPr>
            <a:r>
              <a:rPr lang="en-US" sz="17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wyświetlanie listy oraz szczegółów zgłoszenia
</a:t>
            </a:r>
            <a:pPr indent="0" marL="0">
              <a:buNone/>
            </a:pPr>
            <a:r>
              <a:rPr lang="en-US" sz="17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wyszukiwanie po ID i zmiana statusu
</a:t>
            </a:r>
            <a:pPr indent="0" marL="0">
              <a:buNone/>
            </a:pPr>
            <a:r>
              <a:rPr lang="en-US" sz="17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usuwanie zgłoszeń oraz statystyki
</a:t>
            </a:r>
            <a:pPr indent="0" marL="0">
              <a:buNone/>
            </a:pPr>
            <a:r>
              <a:rPr lang="en-US" sz="17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wczytywanie i zapisywanie danych w pliku zgloszenia.txt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400800" y="3657600"/>
            <a:ext cx="4663440" cy="20574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Poza zakresem
</a:t>
            </a:r>
            <a:pPr indent="0" marL="0">
              <a:buNone/>
            </a:pPr>
            <a:r>
              <a:rPr lang="en-US" sz="17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interfejs graficzny
</a:t>
            </a:r>
            <a:pPr indent="0" marL="0">
              <a:buNone/>
            </a:pPr>
            <a:r>
              <a:rPr lang="en-US" sz="17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logowanie i role użytkowników
</a:t>
            </a:r>
            <a:pPr indent="0" marL="0">
              <a:buNone/>
            </a:pPr>
            <a:r>
              <a:rPr lang="en-US" sz="17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relacyjna baza danych
</a:t>
            </a:r>
            <a:pPr indent="0" marL="0">
              <a:buNone/>
            </a:pPr>
            <a:r>
              <a:rPr lang="en-US" sz="17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obsługa zdjęć lub załączników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02920" y="6537960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Projekt PBL · Konsolowy system zgłaszania usterek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1475720" y="651052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Funkcje systemu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Menu konsolowe zostało zbudowane wokół operacji CRUD oraz statystyk.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1143000" cy="0"/>
          </a:xfrm>
          <a:prstGeom prst="line">
            <a:avLst/>
          </a:prstGeom>
          <a:noFill/>
          <a:ln w="38100">
            <a:solidFill>
              <a:srgbClr val="00A6D6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685800" y="1508760"/>
            <a:ext cx="3337560" cy="1353312"/>
          </a:xfrm>
          <a:prstGeom prst="rect">
            <a:avLst/>
          </a:prstGeom>
          <a:solidFill>
            <a:srgbClr val="E0F2FE"/>
          </a:solidFill>
          <a:ln>
            <a:solidFill>
              <a:srgbClr val="FFFFFF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Dodaj zgłoszenie
</a:t>
            </a:r>
            <a:pPr indent="0" marL="0">
              <a:buNone/>
            </a:pPr>
            <a:r>
              <a:rPr lang="en-US" sz="17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wprowadzenie tytułu, opisu, lokalizacji, kategorii i priorytetu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80560" y="1508760"/>
            <a:ext cx="3337560" cy="1353312"/>
          </a:xfrm>
          <a:prstGeom prst="rect">
            <a:avLst/>
          </a:prstGeom>
          <a:solidFill>
            <a:srgbClr val="EDE9FE"/>
          </a:solidFill>
          <a:ln>
            <a:solidFill>
              <a:srgbClr val="FFFFFF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Wyświetl zgłoszenia
</a:t>
            </a:r>
            <a:pPr indent="0" marL="0">
              <a:buNone/>
            </a:pPr>
            <a:r>
              <a:rPr lang="en-US" sz="17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zbiorczy widok wszystkich pozycji w pamięci programu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75320" y="1508760"/>
            <a:ext cx="3337560" cy="1353312"/>
          </a:xfrm>
          <a:prstGeom prst="rect">
            <a:avLst/>
          </a:prstGeom>
          <a:solidFill>
            <a:srgbClr val="DCFCE7"/>
          </a:solidFill>
          <a:ln>
            <a:solidFill>
              <a:srgbClr val="FFFFFF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Wyszukaj po ID
</a:t>
            </a:r>
            <a:pPr indent="0" marL="0">
              <a:buNone/>
            </a:pPr>
            <a:r>
              <a:rPr lang="en-US" sz="17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odnalezienie konkretnego zgłoszenia i pokazanie szczegółów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85800" y="3474720"/>
            <a:ext cx="3337560" cy="1353312"/>
          </a:xfrm>
          <a:prstGeom prst="rect">
            <a:avLst/>
          </a:prstGeom>
          <a:solidFill>
            <a:srgbClr val="FFEDD5"/>
          </a:solidFill>
          <a:ln>
            <a:solidFill>
              <a:srgbClr val="FFFFFF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Zmień status
</a:t>
            </a:r>
            <a:pPr indent="0" marL="0">
              <a:buNone/>
            </a:pPr>
            <a:r>
              <a:rPr lang="en-US" sz="17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aktualizacja procesu obsługi usterki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480560" y="3474720"/>
            <a:ext cx="3337560" cy="1353312"/>
          </a:xfrm>
          <a:prstGeom prst="rect">
            <a:avLst/>
          </a:prstGeom>
          <a:solidFill>
            <a:srgbClr val="FEE2E2"/>
          </a:solidFill>
          <a:ln>
            <a:solidFill>
              <a:srgbClr val="FFFFFF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Usuń zgłoszenie
</a:t>
            </a:r>
            <a:pPr indent="0" marL="0">
              <a:buNone/>
            </a:pPr>
            <a:r>
              <a:rPr lang="en-US" sz="17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kasowanie błędnego lub nieaktualnego zgłoszenia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275320" y="3474720"/>
            <a:ext cx="3337560" cy="1353312"/>
          </a:xfrm>
          <a:prstGeom prst="rect">
            <a:avLst/>
          </a:prstGeom>
          <a:solidFill>
            <a:srgbClr val="F1F5F9"/>
          </a:solidFill>
          <a:ln>
            <a:solidFill>
              <a:srgbClr val="FFFFFF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Pokaż statystyki
</a:t>
            </a:r>
            <a:pPr indent="0" marL="0">
              <a:buNone/>
            </a:pPr>
            <a:r>
              <a:rPr lang="en-US" sz="17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podsumowanie liczby zgłoszeń według statusów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60120" y="5715000"/>
            <a:ext cx="10149840" cy="5943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Wszystkie operacje kończące się zmianą danych wywołują zapis do pliku, dzięki czemu stan systemu jest odtwarzany po ponownym uruchomieniu programu.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02920" y="6537960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Projekt PBL · Konsolowy system zgłaszania usterek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1475720" y="651052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Przepływ działania aplikacji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pracuje w pętli menu aż do wyboru opcji zakończenia.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1143000" cy="0"/>
          </a:xfrm>
          <a:prstGeom prst="line">
            <a:avLst/>
          </a:prstGeom>
          <a:noFill/>
          <a:ln w="38100">
            <a:solidFill>
              <a:srgbClr val="00A6D6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685800" y="1645920"/>
            <a:ext cx="1737360" cy="1097280"/>
          </a:xfrm>
          <a:prstGeom prst="rect">
            <a:avLst/>
          </a:prstGeom>
          <a:solidFill>
            <a:srgbClr val="E0F2FE"/>
          </a:solidFill>
          <a:ln>
            <a:solidFill>
              <a:srgbClr val="E0F2FE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Start programu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wczytajZPliku()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496312" y="199339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953512" y="1645920"/>
            <a:ext cx="1737360" cy="1097280"/>
          </a:xfrm>
          <a:prstGeom prst="rect">
            <a:avLst/>
          </a:prstGeom>
          <a:solidFill>
            <a:srgbClr val="EDE9FE"/>
          </a:solidFill>
          <a:ln>
            <a:solidFill>
              <a:srgbClr val="EDE9FE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Menu główne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pokazMenu()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764024" y="199339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221224" y="1645920"/>
            <a:ext cx="1737360" cy="1097280"/>
          </a:xfrm>
          <a:prstGeom prst="rect">
            <a:avLst/>
          </a:prstGeom>
          <a:solidFill>
            <a:srgbClr val="E0F2FE"/>
          </a:solidFill>
          <a:ln>
            <a:solidFill>
              <a:srgbClr val="E0F2FE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Wybór opcji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switch(wybor)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031736" y="199339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488936" y="1645920"/>
            <a:ext cx="1737360" cy="1097280"/>
          </a:xfrm>
          <a:prstGeom prst="rect">
            <a:avLst/>
          </a:prstGeom>
          <a:solidFill>
            <a:srgbClr val="EDE9FE"/>
          </a:solidFill>
          <a:ln>
            <a:solidFill>
              <a:srgbClr val="EDE9FE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Operacja na danych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vector&lt;Zgloszenie&gt;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299448" y="199339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756648" y="1645920"/>
            <a:ext cx="1737360" cy="1097280"/>
          </a:xfrm>
          <a:prstGeom prst="rect">
            <a:avLst/>
          </a:prstGeom>
          <a:solidFill>
            <a:srgbClr val="E0F2FE"/>
          </a:solidFill>
          <a:ln>
            <a:solidFill>
              <a:srgbClr val="E0F2FE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Zapis zmian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zapiszDoPliku()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85800" y="324612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6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Przykładowy ekran konsolowy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3611880"/>
            <a:ext cx="4754880" cy="2057400"/>
          </a:xfrm>
          <a:prstGeom prst="rect">
            <a:avLst/>
          </a:prstGeom>
          <a:solidFill>
            <a:srgbClr val="08111F"/>
          </a:solidFill>
          <a:ln>
            <a:solidFill>
              <a:srgbClr val="08111F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DCFCE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=== SYSTEM ZGLASZANIA USTEREK ===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CFCE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1. Dodaj zgloszenie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CFCE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2. Wyswietl wszystkie zgloszenia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CFCE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3. Wyszukaj zgloszenie po ID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CFCE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4. Zmien status zgloszenia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CFCE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5. Usun zgloszenie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CFCE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6. Pokaz statystyki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CFCE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0. Zakoncz program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CFCE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Wybor: _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897880" y="3611880"/>
            <a:ext cx="5394960" cy="20574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Zalety przepływu
</a:t>
            </a:r>
            <a:pPr indent="0" marL="0">
              <a:buNone/>
            </a:pPr>
            <a:r>
              <a:rPr lang="en-US" sz="17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czytelna kontrola programu przez pętlę do-while
</a:t>
            </a:r>
            <a:pPr indent="0" marL="0">
              <a:buNone/>
            </a:pPr>
            <a:r>
              <a:rPr lang="en-US" sz="17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jedno miejsce wyboru funkcji: instrukcja switch
</a:t>
            </a:r>
            <a:pPr indent="0" marL="0">
              <a:buNone/>
            </a:pPr>
            <a:r>
              <a:rPr lang="en-US" sz="17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separacja funkcji odpowiadających za poszczególne operacje
</a:t>
            </a:r>
            <a:pPr indent="0" marL="0">
              <a:buNone/>
            </a:pPr>
            <a:r>
              <a:rPr lang="en-US" sz="17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automatyczny zapis po zmianie danych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02920" y="6537960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Projekt PBL · Konsolowy system zgłaszania usterek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1475720" y="651052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Model danych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Podstawową jednostką informacji jest struktura Zgloszenie.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1143000" cy="0"/>
          </a:xfrm>
          <a:prstGeom prst="line">
            <a:avLst/>
          </a:prstGeom>
          <a:noFill/>
          <a:ln w="38100">
            <a:solidFill>
              <a:srgbClr val="00A6D6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685800" y="1463040"/>
            <a:ext cx="4617720" cy="2834640"/>
          </a:xfrm>
          <a:prstGeom prst="rect">
            <a:avLst/>
          </a:prstGeom>
          <a:solidFill>
            <a:srgbClr val="08111F"/>
          </a:solidFill>
          <a:ln>
            <a:solidFill>
              <a:srgbClr val="08111F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0F2FE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struct Zgloszenie 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0F2FE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int id;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0F2FE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string tytul;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0F2FE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string opis;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0F2FE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string kategoria;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0F2FE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string lokalizacja;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0F2FE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string priorytet;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0F2FE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string status;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0F2FE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};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806440" y="14630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6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Reprezentacja w pamięci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806440" y="1874520"/>
            <a:ext cx="5257800" cy="841248"/>
          </a:xfrm>
          <a:prstGeom prst="rect">
            <a:avLst/>
          </a:prstGeom>
          <a:solidFill>
            <a:srgbClr val="E0F2FE"/>
          </a:solidFill>
          <a:ln>
            <a:solidFill>
              <a:srgbClr val="E0F2FE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vector&lt;Zgloszenie&gt; zgloszenia</a:t>
            </a:r>
            <a:endParaRPr lang="en-US" sz="1900" dirty="0"/>
          </a:p>
          <a:p>
            <a:pPr algn="l" indent="0" marL="0">
              <a:buNone/>
            </a:pPr>
            <a:r>
              <a:rPr lang="en-US" sz="19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przechowuje aktualną listę zgłoszeń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806440" y="2907792"/>
            <a:ext cx="5257800" cy="841248"/>
          </a:xfrm>
          <a:prstGeom prst="rect">
            <a:avLst/>
          </a:prstGeom>
          <a:solidFill>
            <a:srgbClr val="EDE9FE"/>
          </a:solidFill>
          <a:ln>
            <a:solidFill>
              <a:srgbClr val="EDE9FE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 nastepneId</a:t>
            </a:r>
            <a:endParaRPr lang="en-US" sz="1900" dirty="0"/>
          </a:p>
          <a:p>
            <a:pPr algn="l" indent="0" marL="0">
              <a:buNone/>
            </a:pPr>
            <a:r>
              <a:rPr lang="en-US" sz="19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kontroluje unikalny identyfikator nowego wpisu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5806440" y="3931920"/>
            <a:ext cx="5257800" cy="841248"/>
          </a:xfrm>
          <a:prstGeom prst="rect">
            <a:avLst/>
          </a:prstGeom>
          <a:solidFill>
            <a:srgbClr val="DCFCE7"/>
          </a:solidFill>
          <a:ln>
            <a:solidFill>
              <a:srgbClr val="DCFCE7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zgloszenia.txt</a:t>
            </a:r>
            <a:endParaRPr lang="en-US" sz="1900" dirty="0"/>
          </a:p>
          <a:p>
            <a:pPr algn="l" indent="0" marL="0">
              <a:buNone/>
            </a:pPr>
            <a:r>
              <a:rPr lang="en-US" sz="19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plik tekstowy używany do trwałego zapisu danych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85800" y="4892040"/>
            <a:ext cx="10378440" cy="43891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Format pliku: ID;tytul;opis;kategoria;lokalizacja;priorytet;status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5650992"/>
            <a:ext cx="10378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jest prosty, ale wystarczający do pokazania pracy ze strukturami, wektorem, funkcjami oraz strumieniami plikowymi w C++.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02920" y="6537960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Projekt PBL · Konsolowy system zgłaszania usterek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1475720" y="651052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 Architektura kodu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Rozwiązanie ma modułowy charakter mimo realizacji w jednym pliku źródłowym.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1143000" cy="0"/>
          </a:xfrm>
          <a:prstGeom prst="line">
            <a:avLst/>
          </a:prstGeom>
          <a:noFill/>
          <a:ln w="38100">
            <a:solidFill>
              <a:srgbClr val="00A6D6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777240" y="1508760"/>
            <a:ext cx="4297680" cy="731520"/>
          </a:xfrm>
          <a:prstGeom prst="rect">
            <a:avLst/>
          </a:prstGeom>
          <a:solidFill>
            <a:srgbClr val="E0F2FE"/>
          </a:solidFill>
          <a:ln>
            <a:solidFill>
              <a:srgbClr val="E0F2FE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Interfejs konsolowy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pokazMenu(), cout/cin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468880"/>
            <a:ext cx="4297680" cy="731520"/>
          </a:xfrm>
          <a:prstGeom prst="rect">
            <a:avLst/>
          </a:prstGeom>
          <a:solidFill>
            <a:srgbClr val="EDE9FE"/>
          </a:solidFill>
          <a:ln>
            <a:solidFill>
              <a:srgbClr val="EDE9FE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Logika operacji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dodaj, usuń, wyszukaj, zmień status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77240" y="3429000"/>
            <a:ext cx="4297680" cy="731520"/>
          </a:xfrm>
          <a:prstGeom prst="rect">
            <a:avLst/>
          </a:prstGeom>
          <a:solidFill>
            <a:srgbClr val="DCFCE7"/>
          </a:solidFill>
          <a:ln>
            <a:solidFill>
              <a:srgbClr val="DCFCE7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Warstwa danych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vector&lt;Zgloszenie&gt;, nastepneId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77240" y="4389120"/>
            <a:ext cx="4297680" cy="731520"/>
          </a:xfrm>
          <a:prstGeom prst="rect">
            <a:avLst/>
          </a:prstGeom>
          <a:solidFill>
            <a:srgbClr val="FFEDD5"/>
          </a:solidFill>
          <a:ln>
            <a:solidFill>
              <a:srgbClr val="FFEDD5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Trwałość danych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wczytajZPliku(), zapiszDoPliku()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806440" y="15087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6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Najważniejsze funkcje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806440" y="1965960"/>
            <a:ext cx="5394960" cy="1920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wybierzKategorie(), wybierzPriorytet(), wybierzStatus()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znajdzIndeksPoId() — wyszukiwanie liniowe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wyswietlZgloszenie() i wyswietlWszystkieZgloszenia()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pokazStatystyki() — agregacja statusów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fstream + stringstream — obsługa pliku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806440" y="45720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6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Wniosek projektowy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806440" y="4892040"/>
            <a:ext cx="5212080" cy="8686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Kod jest zrozumiały, funkcje mają jednoznaczne zadania, a dane są zapisywane w prostym, czytelnym formacie tekstowym.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02920" y="6537960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Projekt PBL · Konsolowy system zgłaszania usterek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1475720" y="651052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7. Mapa myśli projektu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Mapa porządkuje najważniejsze elementy rozwiązania: cel, dane, funkcje, testy i rozwój.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1143000" cy="0"/>
          </a:xfrm>
          <a:prstGeom prst="line">
            <a:avLst/>
          </a:prstGeom>
          <a:noFill/>
          <a:ln w="38100">
            <a:solidFill>
              <a:srgbClr val="00A6D6"/>
            </a:solidFill>
            <a:prstDash val="solid"/>
            <a:headEnd type="none"/>
            <a:tailEnd type="none"/>
          </a:ln>
        </p:spPr>
      </p:sp>
      <p:pic>
        <p:nvPicPr>
          <p:cNvPr id="5" name="Image 0" descr="/mnt/data/mapa_mysli_system_ustere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98986" y="1325880"/>
            <a:ext cx="8454989" cy="4983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6537960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Projekt PBL · Konsolowy system zgłaszania usterek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75720" y="651052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8. Harmonogram prac — wykres Gantta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 realizacji projektu został podzielony na etapy od analizy do prezentacji końcowej.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1143000" cy="0"/>
          </a:xfrm>
          <a:prstGeom prst="line">
            <a:avLst/>
          </a:prstGeom>
          <a:noFill/>
          <a:ln w="38100">
            <a:solidFill>
              <a:srgbClr val="00A6D6"/>
            </a:solidFill>
            <a:prstDash val="solid"/>
            <a:headEnd type="none"/>
            <a:tailEnd type="none"/>
          </a:ln>
        </p:spPr>
      </p:sp>
      <p:pic>
        <p:nvPicPr>
          <p:cNvPr id="5" name="Image 0" descr="/mnt/data/wykres_gantta_system_ustere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55286" y="1325880"/>
            <a:ext cx="8496667" cy="4206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5760720"/>
            <a:ext cx="10149840" cy="4572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Największy nacisk położono na implementację funkcji, testowanie zapisu do pliku oraz przygotowanie dokumentacji projektowej.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02920" y="6537960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Projekt PBL · Konsolowy system zgłaszania usterek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1475720" y="651052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9. Testowanie i weryfikacja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Testy skupiają się na poprawności operacji, obsłudze danych i trwałości zapisu.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1143000" cy="0"/>
          </a:xfrm>
          <a:prstGeom prst="line">
            <a:avLst/>
          </a:prstGeom>
          <a:noFill/>
          <a:ln w="38100">
            <a:solidFill>
              <a:srgbClr val="00A6D6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685800" y="1463040"/>
            <a:ext cx="594360" cy="411480"/>
          </a:xfrm>
          <a:prstGeom prst="rect">
            <a:avLst/>
          </a:prstGeom>
          <a:solidFill>
            <a:srgbClr val="00A6D6"/>
          </a:solidFill>
          <a:ln>
            <a:solidFill>
              <a:srgbClr val="00A6D6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417320" y="1463040"/>
            <a:ext cx="2743200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Dodanie zgłoszenia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389120" y="1463040"/>
            <a:ext cx="6858000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nowy rekord otrzymuje ID i status „Nowe”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85800" y="2212848"/>
            <a:ext cx="594360" cy="411480"/>
          </a:xfrm>
          <a:prstGeom prst="rect">
            <a:avLst/>
          </a:prstGeom>
          <a:solidFill>
            <a:srgbClr val="00A6D6"/>
          </a:solidFill>
          <a:ln>
            <a:solidFill>
              <a:srgbClr val="00A6D6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T2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417320" y="2212848"/>
            <a:ext cx="2743200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Wyszukanie po ID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389120" y="2212848"/>
            <a:ext cx="6858000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wyświetla szczegóły właściwego zgłoszenia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85800" y="2962656"/>
            <a:ext cx="594360" cy="411480"/>
          </a:xfrm>
          <a:prstGeom prst="rect">
            <a:avLst/>
          </a:prstGeom>
          <a:solidFill>
            <a:srgbClr val="00A6D6"/>
          </a:solidFill>
          <a:ln>
            <a:solidFill>
              <a:srgbClr val="00A6D6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T3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417320" y="2962656"/>
            <a:ext cx="2743200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Zmiana statusu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389120" y="2962656"/>
            <a:ext cx="6858000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nowy status jest widoczny na liście i po restarcie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85800" y="3712464"/>
            <a:ext cx="594360" cy="411480"/>
          </a:xfrm>
          <a:prstGeom prst="rect">
            <a:avLst/>
          </a:prstGeom>
          <a:solidFill>
            <a:srgbClr val="00A6D6"/>
          </a:solidFill>
          <a:ln>
            <a:solidFill>
              <a:srgbClr val="00A6D6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T4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417320" y="3712464"/>
            <a:ext cx="2743200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Usunięcie wpisu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389120" y="3712464"/>
            <a:ext cx="6858000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rekord znika z wektora oraz pliku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85800" y="4462272"/>
            <a:ext cx="594360" cy="411480"/>
          </a:xfrm>
          <a:prstGeom prst="rect">
            <a:avLst/>
          </a:prstGeom>
          <a:solidFill>
            <a:srgbClr val="00A6D6"/>
          </a:solidFill>
          <a:ln>
            <a:solidFill>
              <a:srgbClr val="00A6D6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T5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417320" y="4462272"/>
            <a:ext cx="2743200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Statystyki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389120" y="4462272"/>
            <a:ext cx="6858000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liczniki odpowiadają aktualnym statusom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22960" y="5532120"/>
            <a:ext cx="10332720" cy="640080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Kryterium zaliczenia testu: wynik działania programu jest zgodny z oczekiwanym zachowaniem oraz nie powoduje utraty danych w pliku zgloszenia.txt.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02920" y="6537960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Projekt PBL · Konsolowy system zgłaszania usterek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1475720" y="651052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10. Ocena jakości i ryzyka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Projekt jest prosty, ale pozwala wskazać realne ograniczenia techniczne.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1143000" cy="0"/>
          </a:xfrm>
          <a:prstGeom prst="line">
            <a:avLst/>
          </a:prstGeom>
          <a:noFill/>
          <a:ln w="38100">
            <a:solidFill>
              <a:srgbClr val="00A6D6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685800" y="1417320"/>
            <a:ext cx="5166360" cy="2423160"/>
          </a:xfrm>
          <a:prstGeom prst="rect">
            <a:avLst/>
          </a:prstGeom>
          <a:solidFill>
            <a:srgbClr val="DCFCE7"/>
          </a:solidFill>
          <a:ln>
            <a:solidFill>
              <a:srgbClr val="E2E8F0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Mocne strony
</a:t>
            </a:r>
            <a:pPr indent="0" marL="0">
              <a:buNone/>
            </a:pPr>
            <a:r>
              <a:rPr lang="en-US" sz="17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prosty i czytelny interfejs konsolowy
</a:t>
            </a:r>
            <a:pPr indent="0" marL="0">
              <a:buNone/>
            </a:pPr>
            <a:r>
              <a:rPr lang="en-US" sz="17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podział kodu na funkcje o konkretnych zadaniach
</a:t>
            </a:r>
            <a:pPr indent="0" marL="0">
              <a:buNone/>
            </a:pPr>
            <a:r>
              <a:rPr lang="en-US" sz="17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zapis danych między uruchomieniami programu
</a:t>
            </a:r>
            <a:pPr indent="0" marL="0">
              <a:buNone/>
            </a:pPr>
            <a:r>
              <a:rPr lang="en-US" sz="17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łatwe rozszerzenie o kolejne pola i funkcje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309360" y="1417320"/>
            <a:ext cx="5166360" cy="2423160"/>
          </a:xfrm>
          <a:prstGeom prst="rect">
            <a:avLst/>
          </a:prstGeom>
          <a:solidFill>
            <a:srgbClr val="FFEDD5"/>
          </a:solidFill>
          <a:ln>
            <a:solidFill>
              <a:srgbClr val="E2E8F0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Ograniczenia
</a:t>
            </a:r>
            <a:pPr indent="0" marL="0">
              <a:buNone/>
            </a:pPr>
            <a:r>
              <a:rPr lang="en-US" sz="17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brak pełnej walidacji każdej wartości wejściowej
</a:t>
            </a:r>
            <a:pPr indent="0" marL="0">
              <a:buNone/>
            </a:pPr>
            <a:r>
              <a:rPr lang="en-US" sz="17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plik tekstowy jest mniej odporny niż baza danych
</a:t>
            </a:r>
            <a:pPr indent="0" marL="0">
              <a:buNone/>
            </a:pPr>
            <a:r>
              <a:rPr lang="en-US" sz="17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średniki w danych użytkownika mogą zaburzyć format pliku
</a:t>
            </a:r>
            <a:pPr indent="0" marL="0">
              <a:buNone/>
            </a:pPr>
            <a:r>
              <a:rPr lang="en-US" sz="17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wyszukiwanie liniowe jest wystarczające tylko dla małej skali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85800" y="4343400"/>
            <a:ext cx="10789920" cy="14173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Działania ograniczające ryzyko
</a:t>
            </a:r>
            <a:pPr indent="0" marL="0">
              <a:buNone/>
            </a:pPr>
            <a:r>
              <a:rPr lang="en-US" sz="17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kontrola poprawności wyborów menu
</a:t>
            </a:r>
            <a:pPr indent="0" marL="0">
              <a:buNone/>
            </a:pPr>
            <a:r>
              <a:rPr lang="en-US" sz="17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komunikaty o błędach przy braku ID
</a:t>
            </a:r>
            <a:pPr indent="0" marL="0">
              <a:buNone/>
            </a:pPr>
            <a:r>
              <a:rPr lang="en-US" sz="17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testy po ponownym uruchomieniu aplikacji
</a:t>
            </a:r>
            <a:pPr indent="0" marL="0">
              <a:buNone/>
            </a:pPr>
            <a:r>
              <a:rPr lang="en-US" sz="17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dokumentacja formatu danych i funkcji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02920" y="6537960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Projekt PBL · Konsolowy system zgłaszania usterek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475720" y="651052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11. Możliwości rozwoju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Projekt może zostać rozbudowany bez zmiany głównej idei systemu.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1143000" cy="0"/>
          </a:xfrm>
          <a:prstGeom prst="line">
            <a:avLst/>
          </a:prstGeom>
          <a:noFill/>
          <a:ln w="38100">
            <a:solidFill>
              <a:srgbClr val="00A6D6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822960" y="1417320"/>
            <a:ext cx="4800600" cy="932688"/>
          </a:xfrm>
          <a:prstGeom prst="rect">
            <a:avLst/>
          </a:prstGeom>
          <a:solidFill>
            <a:srgbClr val="E0F2FE"/>
          </a:solidFill>
          <a:ln>
            <a:solidFill>
              <a:srgbClr val="E0F2FE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Walidacja danych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ponawianie pytania po błędnym wyborze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309360" y="1417320"/>
            <a:ext cx="4800600" cy="932688"/>
          </a:xfrm>
          <a:prstGeom prst="rect">
            <a:avLst/>
          </a:prstGeom>
          <a:solidFill>
            <a:srgbClr val="EDE9FE"/>
          </a:solidFill>
          <a:ln>
            <a:solidFill>
              <a:srgbClr val="EDE9FE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 użytkowników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administrator, zgłaszający, technik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834640"/>
            <a:ext cx="4800600" cy="932688"/>
          </a:xfrm>
          <a:prstGeom prst="rect">
            <a:avLst/>
          </a:prstGeom>
          <a:solidFill>
            <a:srgbClr val="DCFCE7"/>
          </a:solidFill>
          <a:ln>
            <a:solidFill>
              <a:srgbClr val="DCFCE7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Baza danych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SQLite zamiast pliku TXT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309360" y="2834640"/>
            <a:ext cx="4800600" cy="932688"/>
          </a:xfrm>
          <a:prstGeom prst="rect">
            <a:avLst/>
          </a:prstGeom>
          <a:solidFill>
            <a:srgbClr val="FFEDD5"/>
          </a:solidFill>
          <a:ln>
            <a:solidFill>
              <a:srgbClr val="FFEDD5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Historia zmian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rejestrowanie kolejnych statusów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4251960"/>
            <a:ext cx="4800600" cy="932688"/>
          </a:xfrm>
          <a:prstGeom prst="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Filtrowanie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 statusie, kategorii, priorytecie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309360" y="4251960"/>
            <a:ext cx="4800600" cy="932688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Interfejs GUI/Web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rozbudowa do aplikacji okienkowej lub webowej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59893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Kierunek rozwoju: od prostego prototypu konsolowego do kompletnego systemu obsługi zgłoszeń z użytkownikami, bazą danych i raportami.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02920" y="6537960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Projekt PBL · Konsolowy system zgłaszania usterek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1475720" y="651052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dark_futuristic_tech_themed_digital_illustratio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8580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Podsumowanie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713232" y="1417320"/>
            <a:ext cx="5623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D7E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Projekt spełnia założenia PBL: identyfikuje problem, prezentuje działający prototyp, dokumentuje strukturę rozwiązania oraz wskazuje dalsze kierunki rozwoju.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13232" y="3154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6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Najważniejsze rezultaty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13232" y="3566160"/>
            <a:ext cx="5212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działająca aplikacja konsolowa w C++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obsługa zgłoszeń usterek metodą CRUD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trwały zapis danych do pliku TXT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dokumentacja, mapa myśli i wykres Gantta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plan testów oraz analiza ograniczeń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13232" y="58978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Dziękujemy za uwagę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Politechnika Śląska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Konsolowy system zgłaszania usterek</dc:title>
  <dc:subject>Prezentacja projektu PBL</dc:subject>
  <dc:creator>Bartłomiej Strączek, Marcel Kret</dc:creator>
  <cp:lastModifiedBy>Bartłomiej Strączek, Marcel Kret</cp:lastModifiedBy>
  <cp:revision>1</cp:revision>
  <dcterms:created xsi:type="dcterms:W3CDTF">2026-06-16T18:26:09Z</dcterms:created>
  <dcterms:modified xsi:type="dcterms:W3CDTF">2026-06-16T18:26:09Z</dcterms:modified>
</cp:coreProperties>
</file>